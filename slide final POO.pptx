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38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754FB-5E85-42C2-9621-B9FFDD5F6CFE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F006B-DA64-4E90-B3F6-EC546E7A3F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76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0F006B-DA64-4E90-B3F6-EC546E7A3F9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8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Projeto POO em Java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</a:defRPr>
            </a:pPr>
            <a:r>
              <a:t>Jogo de Batalha RPG Simples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Guilherme Wendelstein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Matheus Manfron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Objetivo do Projeto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🎯 Objetivo Geral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Desenvolver um sistema completo orientado a objetos em Java, simulando um jogo de batalha RPG com personagens, inimigos e habilidades.</a:t>
            </a:r>
          </a:p>
          <a:p>
            <a:endParaRPr lang="pt-BR" sz="1600">
              <a:solidFill>
                <a:srgbClr val="E6E6E6"/>
              </a:solidFill>
            </a:endParaRPr>
          </a:p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📐 Objetivos Especificos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Aplicar os pilares da POO: encapsulamento, heranca, polimorfismo e abstracao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Estruturar o projeto seguindo o padrao arquitetural MVC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Modelar relacionamentos entre classes com UML (associacao, agregacao, composicao)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Demonstrar boas praticas de design de software orientado a objetos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Tema do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⚔️ Contexto do Jogo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Um jogo de batalha RPG por turnos onde o jogador controla um personagem (Guerreiro ou Mago) e enfrenta inimigos e chefoes em combate.</a:t>
            </a:r>
          </a:p>
          <a:p>
            <a:endParaRPr lang="pt-BR" sz="1600">
              <a:solidFill>
                <a:srgbClr val="E6E6E6"/>
              </a:solidFill>
            </a:endParaRPr>
          </a:p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🧙 Elementos do Sistema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Personagens jogaveis: Guerreiro (fisico) e Mago (magico)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Inimigos com comportamento proprio e Boss com atributos elevados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Inventario com itens: Pocoes de cura e Armas equipaveis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rPr lang="pt-BR" sz="1600">
                <a:solidFill>
                  <a:srgbClr val="E6E6E6"/>
                </a:solidFill>
              </a:rPr>
              <a:t>• Sistema de ataques normais e habilidades especiais por classe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Arquitetura MVC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📦 Model - Regras e Entidades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Contem as classes de dominio: Personagem, Guerreiro, Mago, Inimigo, Boss, Item, Pocao, Arma, Inventario. Encapsula toda a logica de negocio e estado do jogo.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🖥️ View - Interface com o Usuario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Responsavel por exibir mensagens, status de batalha e menus no console. Nao contem logica - apenas apresenta dados recebidos do Controller.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800" b="1">
                <a:solidFill>
                  <a:srgbClr val="A393F5"/>
                </a:solidFill>
              </a:defRPr>
            </a:pPr>
            <a:r>
              <a:rPr lang="pt-BR" sz="1800" b="1">
                <a:solidFill>
                  <a:srgbClr val="A393F5"/>
                </a:solidFill>
              </a:rPr>
              <a:t>🎮 Controller - Fluxo do Sistema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JogoController orquestra as rodadas de batalha: recebe input do usuario, aciona metodos do Model e delega a exibicao para a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Conceitos Aplicados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393F5"/>
                </a:solidFill>
              </a:defRPr>
            </a:pPr>
            <a:r>
              <a:rPr lang="pt-BR" sz="1600" b="1">
                <a:solidFill>
                  <a:srgbClr val="A393F5"/>
                </a:solidFill>
              </a:rPr>
              <a:t>🔒 Encapsulamento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rPr lang="pt-BR" sz="1400">
                <a:solidFill>
                  <a:srgbClr val="CCCCCC"/>
                </a:solidFill>
              </a:rPr>
              <a:t>Atributos como vida e ataque sao privados; acesso via getters/setters para proteger o estado interno.</a:t>
            </a:r>
          </a:p>
          <a:p>
            <a:pPr>
              <a:defRPr sz="1600" b="1">
                <a:solidFill>
                  <a:srgbClr val="A393F5"/>
                </a:solidFill>
              </a:defRPr>
            </a:pPr>
            <a:r>
              <a:rPr lang="pt-BR" sz="1600" b="1">
                <a:solidFill>
                  <a:srgbClr val="A393F5"/>
                </a:solidFill>
              </a:rPr>
              <a:t>🧬 Heranca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rPr lang="pt-BR" sz="1400">
                <a:solidFill>
                  <a:srgbClr val="CCCCCC"/>
                </a:solidFill>
              </a:rPr>
              <a:t>Guerreiro, Mago e Boss herdam de Personagem, reaproveitando atributos e comportamentos comuns.</a:t>
            </a:r>
          </a:p>
          <a:p>
            <a:pPr>
              <a:defRPr sz="1600" b="1">
                <a:solidFill>
                  <a:srgbClr val="A393F5"/>
                </a:solidFill>
              </a:defRPr>
            </a:pPr>
            <a:r>
              <a:rPr lang="pt-BR" sz="1600" b="1">
                <a:solidFill>
                  <a:srgbClr val="A393F5"/>
                </a:solidFill>
              </a:rPr>
              <a:t>🌀 Polimorfismo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rPr lang="pt-BR" sz="1400">
                <a:solidFill>
                  <a:srgbClr val="CCCCCC"/>
                </a:solidFill>
              </a:rPr>
              <a:t>O metodo atacar() tem comportamento diferente em cada subclasse, permitindo tratar todos como Personagem.</a:t>
            </a:r>
          </a:p>
          <a:p>
            <a:pPr>
              <a:defRPr sz="1600" b="1">
                <a:solidFill>
                  <a:srgbClr val="A393F5"/>
                </a:solidFill>
              </a:defRPr>
            </a:pPr>
            <a:r>
              <a:rPr lang="pt-BR" sz="1600" b="1">
                <a:solidFill>
                  <a:srgbClr val="A393F5"/>
                </a:solidFill>
              </a:rPr>
              <a:t>📋 Interfaces e Relacionamentos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rPr lang="pt-BR" sz="1400">
                <a:solidFill>
                  <a:srgbClr val="CCCCCC"/>
                </a:solidFill>
              </a:rPr>
              <a:t>Interfaces Atacavel e Usavel definem contratos. Composicao, agregacao e associacao modelam vinculos entre objetos.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Herança e Polimorfismo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 dirty="0">
                <a:solidFill>
                  <a:srgbClr val="A393F5"/>
                </a:solidFill>
              </a:rPr>
              <a:t>🌳 Hierarquia de Classes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 dirty="0">
                <a:solidFill>
                  <a:srgbClr val="E6E6E6"/>
                </a:solidFill>
              </a:rPr>
              <a:t>Personagem (abstrata) → </a:t>
            </a:r>
            <a:r>
              <a:rPr lang="pt-BR" sz="1500" dirty="0" err="1">
                <a:solidFill>
                  <a:srgbClr val="E6E6E6"/>
                </a:solidFill>
              </a:rPr>
              <a:t>Heroi</a:t>
            </a:r>
            <a:r>
              <a:rPr lang="pt-BR" sz="1500" dirty="0">
                <a:solidFill>
                  <a:srgbClr val="E6E6E6"/>
                </a:solidFill>
              </a:rPr>
              <a:t> → Guerreiro/Mago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 dirty="0">
                <a:solidFill>
                  <a:srgbClr val="E6E6E6"/>
                </a:solidFill>
              </a:rPr>
              <a:t>Personagem (abstrata) → Inimigo → Boss</a:t>
            </a:r>
          </a:p>
          <a:p>
            <a:endParaRPr lang="pt-BR" sz="1500" dirty="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 dirty="0">
                <a:solidFill>
                  <a:srgbClr val="A393F5"/>
                </a:solidFill>
              </a:rPr>
              <a:t>💥 Polimorfismo em </a:t>
            </a:r>
            <a:r>
              <a:rPr lang="pt-BR" sz="1700" b="1" dirty="0" err="1">
                <a:solidFill>
                  <a:srgbClr val="A393F5"/>
                </a:solidFill>
              </a:rPr>
              <a:t>Acao</a:t>
            </a:r>
            <a:endParaRPr lang="pt-BR" sz="1700" b="1" dirty="0">
              <a:solidFill>
                <a:srgbClr val="A393F5"/>
              </a:solidFill>
            </a:endParaRP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 dirty="0">
                <a:solidFill>
                  <a:srgbClr val="E6E6E6"/>
                </a:solidFill>
              </a:rPr>
              <a:t>O </a:t>
            </a:r>
            <a:r>
              <a:rPr lang="pt-BR" sz="1500" dirty="0" err="1">
                <a:solidFill>
                  <a:srgbClr val="E6E6E6"/>
                </a:solidFill>
              </a:rPr>
              <a:t>metodo</a:t>
            </a:r>
            <a:r>
              <a:rPr lang="pt-BR" sz="1500" dirty="0">
                <a:solidFill>
                  <a:srgbClr val="E6E6E6"/>
                </a:solidFill>
              </a:rPr>
              <a:t> atacar() e declarado em Personagem e sobrescrito (@Override) em cada subclasse: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</a:t>
            </a:r>
            <a:r>
              <a:rPr lang="pt-BR" sz="1500" dirty="0" err="1">
                <a:solidFill>
                  <a:srgbClr val="CCCCCC"/>
                </a:solidFill>
              </a:rPr>
              <a:t>Guerreiro.atacar</a:t>
            </a:r>
            <a:r>
              <a:rPr lang="pt-BR" sz="1500" dirty="0">
                <a:solidFill>
                  <a:srgbClr val="CCCCCC"/>
                </a:solidFill>
              </a:rPr>
              <a:t>() — ataque </a:t>
            </a:r>
            <a:r>
              <a:rPr lang="pt-BR" sz="1500" dirty="0" err="1">
                <a:solidFill>
                  <a:srgbClr val="CCCCCC"/>
                </a:solidFill>
              </a:rPr>
              <a:t>fisico</a:t>
            </a:r>
            <a:r>
              <a:rPr lang="pt-BR" sz="1500" dirty="0">
                <a:solidFill>
                  <a:srgbClr val="CCCCCC"/>
                </a:solidFill>
              </a:rPr>
              <a:t> com espada, dano baseado em forca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</a:t>
            </a:r>
            <a:r>
              <a:rPr lang="pt-BR" sz="1500" dirty="0" err="1">
                <a:solidFill>
                  <a:srgbClr val="CCCCCC"/>
                </a:solidFill>
              </a:rPr>
              <a:t>Mago.atacar</a:t>
            </a:r>
            <a:r>
              <a:rPr lang="pt-BR" sz="1500" dirty="0">
                <a:solidFill>
                  <a:srgbClr val="CCCCCC"/>
                </a:solidFill>
              </a:rPr>
              <a:t>() — magia elemental, dano baseado em </a:t>
            </a:r>
            <a:r>
              <a:rPr lang="pt-BR" sz="1500" dirty="0" err="1">
                <a:solidFill>
                  <a:srgbClr val="CCCCCC"/>
                </a:solidFill>
              </a:rPr>
              <a:t>inteligencia</a:t>
            </a:r>
            <a:endParaRPr lang="pt-BR" sz="1500" dirty="0">
              <a:solidFill>
                <a:srgbClr val="CCCCCC"/>
              </a:solidFill>
            </a:endParaRP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</a:t>
            </a:r>
            <a:r>
              <a:rPr lang="pt-BR" sz="1500" dirty="0" err="1">
                <a:solidFill>
                  <a:srgbClr val="CCCCCC"/>
                </a:solidFill>
              </a:rPr>
              <a:t>Boss.atacar</a:t>
            </a:r>
            <a:r>
              <a:rPr lang="pt-BR" sz="1500" dirty="0">
                <a:solidFill>
                  <a:srgbClr val="CCCCCC"/>
                </a:solidFill>
              </a:rPr>
              <a:t>() — ataque devastador com multiplicador de dano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🗡️ Interface Atacavel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Define o contrato atacar(alvo). Implementada por Guerreiro e Mago, garantindo que qualquer personagem jogavel pode atacar sem depender da classe concreta.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🧪 Interface Usavel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Define o contrato usar(personagem). Implementada por Pocao (restaura vida) e Arma (aumenta ataque), permitindo tratar itens de forma generica.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💡 Por que usar Interfaces?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Permitem multipla implementacao de comportamentos, desacoplam o codigo e facilitam a extensao do sistema sem modificar classes existentes.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Relacionamentos UML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🧱 Composicao (mais forte)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Personagem POSSUI Inventario. O inventario nao existe sem o personagem — criado e destruido junto com ele. Ciclo de vida dependente.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🔗 Agregacao (moderada)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JogoController UTILIZA Personagem. O personagem existe independentemente do controller — pode ser passado ou substituido sem ser destruido.</a:t>
            </a:r>
          </a:p>
          <a:p>
            <a:endParaRPr lang="pt-BR" sz="150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📌 Associacao (mais fraca)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Inventario SE RELACIONA COM Item. Vinculo simples de referencia: o inventario conhece os itens, mas cada um tem ciclo de vida independente.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Classe de Teste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 dirty="0">
                <a:solidFill>
                  <a:srgbClr val="A393F5"/>
                </a:solidFill>
              </a:rPr>
              <a:t>🧪 </a:t>
            </a:r>
            <a:r>
              <a:rPr lang="pt-BR" sz="1700" b="1" dirty="0" err="1">
                <a:solidFill>
                  <a:srgbClr val="A393F5"/>
                </a:solidFill>
              </a:rPr>
              <a:t>Funcao</a:t>
            </a:r>
            <a:r>
              <a:rPr lang="pt-BR" sz="1700" b="1" dirty="0">
                <a:solidFill>
                  <a:srgbClr val="A393F5"/>
                </a:solidFill>
              </a:rPr>
              <a:t> da Classe </a:t>
            </a:r>
            <a:r>
              <a:rPr lang="pt-BR" sz="1700" b="1" dirty="0" err="1">
                <a:solidFill>
                  <a:srgbClr val="A393F5"/>
                </a:solidFill>
              </a:rPr>
              <a:t>Main</a:t>
            </a:r>
            <a:endParaRPr lang="pt-BR" sz="1700" b="1" dirty="0">
              <a:solidFill>
                <a:srgbClr val="A393F5"/>
              </a:solidFill>
            </a:endParaRP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 dirty="0">
                <a:solidFill>
                  <a:srgbClr val="E6E6E6"/>
                </a:solidFill>
              </a:rPr>
              <a:t>Ponto de entrada do sistema. Instancia os objetos, configura o </a:t>
            </a:r>
            <a:r>
              <a:rPr lang="pt-BR" sz="1500" dirty="0" err="1">
                <a:solidFill>
                  <a:srgbClr val="E6E6E6"/>
                </a:solidFill>
              </a:rPr>
              <a:t>JogoController</a:t>
            </a:r>
            <a:r>
              <a:rPr lang="pt-BR" sz="1500" dirty="0">
                <a:solidFill>
                  <a:srgbClr val="E6E6E6"/>
                </a:solidFill>
              </a:rPr>
              <a:t> e dispara a </a:t>
            </a:r>
            <a:r>
              <a:rPr lang="pt-BR" sz="1500" dirty="0" err="1">
                <a:solidFill>
                  <a:srgbClr val="E6E6E6"/>
                </a:solidFill>
              </a:rPr>
              <a:t>execucao</a:t>
            </a:r>
            <a:r>
              <a:rPr lang="pt-BR" sz="1500" dirty="0">
                <a:solidFill>
                  <a:srgbClr val="E6E6E6"/>
                </a:solidFill>
              </a:rPr>
              <a:t> das batalhas.</a:t>
            </a:r>
          </a:p>
          <a:p>
            <a:endParaRPr lang="pt-BR" sz="1500" dirty="0">
              <a:solidFill>
                <a:srgbClr val="E6E6E6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 dirty="0">
                <a:solidFill>
                  <a:srgbClr val="A393F5"/>
                </a:solidFill>
              </a:rPr>
              <a:t>✅ O que e testado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</a:t>
            </a:r>
            <a:r>
              <a:rPr lang="pt-BR" sz="1500" dirty="0" err="1">
                <a:solidFill>
                  <a:srgbClr val="CCCCCC"/>
                </a:solidFill>
              </a:rPr>
              <a:t>Criacao</a:t>
            </a:r>
            <a:r>
              <a:rPr lang="pt-BR" sz="1500" dirty="0">
                <a:solidFill>
                  <a:srgbClr val="CCCCCC"/>
                </a:solidFill>
              </a:rPr>
              <a:t> de Guerreiro e Mago com atributos distintos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Batalha contra inimigo comum e contra Boss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Uso de magia e equipamento de arma pelo inventario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 dirty="0">
                <a:solidFill>
                  <a:srgbClr val="CCCCCC"/>
                </a:solidFill>
              </a:rPr>
              <a:t>• </a:t>
            </a:r>
            <a:r>
              <a:rPr lang="pt-BR" sz="1500" dirty="0" err="1">
                <a:solidFill>
                  <a:srgbClr val="CCCCCC"/>
                </a:solidFill>
              </a:rPr>
              <a:t>Verificacao</a:t>
            </a:r>
            <a:r>
              <a:rPr lang="pt-BR" sz="1500" dirty="0">
                <a:solidFill>
                  <a:srgbClr val="CCCCCC"/>
                </a:solidFill>
              </a:rPr>
              <a:t> do polimorfismo: atacar() por referencia de Personagem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46C8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0332720" cy="3657600"/>
          </a:xfrm>
          <a:prstGeom prst="roundRect">
            <a:avLst/>
          </a:prstGeom>
          <a:solidFill>
            <a:srgbClr val="262632"/>
          </a:solidFill>
          <a:ln>
            <a:solidFill>
              <a:srgbClr val="5A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920240"/>
            <a:ext cx="790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🏆 O que foi alcancado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• Encapsulamento aplicado em todos os atributos das entidades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• Heranca e polimorfismo nas classes de personagens e itens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• Interfaces garantindo contratos flexiveis e extensiveis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• Arquitetura MVC separando responsabilidades com clareza</a:t>
            </a:r>
          </a:p>
          <a:p>
            <a:pPr>
              <a:defRPr sz="1500">
                <a:solidFill>
                  <a:srgbClr val="CCCCCC"/>
                </a:solidFill>
              </a:defRPr>
            </a:pPr>
            <a:r>
              <a:rPr lang="pt-BR" sz="1500">
                <a:solidFill>
                  <a:srgbClr val="CCCCCC"/>
                </a:solidFill>
              </a:rPr>
              <a:t>• Relacionamentos UML documentando composicao, agregacao e associacao</a:t>
            </a:r>
          </a:p>
          <a:p>
            <a:endParaRPr lang="pt-BR" sz="1500">
              <a:solidFill>
                <a:srgbClr val="CCCCCC"/>
              </a:solidFill>
            </a:endParaRPr>
          </a:p>
          <a:p>
            <a:pPr>
              <a:defRPr sz="1700" b="1">
                <a:solidFill>
                  <a:srgbClr val="A393F5"/>
                </a:solidFill>
              </a:defRPr>
            </a:pPr>
            <a:r>
              <a:rPr lang="pt-BR" sz="1700" b="1">
                <a:solidFill>
                  <a:srgbClr val="A393F5"/>
                </a:solidFill>
              </a:rPr>
              <a:t>💡 Aprendizados</a:t>
            </a:r>
          </a:p>
          <a:p>
            <a:pPr>
              <a:defRPr sz="1500">
                <a:solidFill>
                  <a:srgbClr val="E6E6E6"/>
                </a:solidFill>
              </a:defRPr>
            </a:pPr>
            <a:r>
              <a:rPr lang="pt-BR" sz="1500">
                <a:solidFill>
                  <a:srgbClr val="E6E6E6"/>
                </a:solidFill>
              </a:rPr>
              <a:t>O projeto demonstrou como um dominio ludico (RPG) serve de excelente contexto para consolidar todos os pilares da POO de forma pratica e coesa.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768</Words>
  <Application>Microsoft Office PowerPoint</Application>
  <PresentationFormat>Apresentação na tela (4:3)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Guilherme Wendelstein</dc:creator>
  <cp:keywords/>
  <dc:description>generated using python-pptx</dc:description>
  <cp:lastModifiedBy>Guilherme Wendelstein</cp:lastModifiedBy>
  <cp:revision>3</cp:revision>
  <dcterms:created xsi:type="dcterms:W3CDTF">2013-01-27T09:14:16Z</dcterms:created>
  <dcterms:modified xsi:type="dcterms:W3CDTF">2026-05-11T22:43:21Z</dcterms:modified>
  <cp:category/>
</cp:coreProperties>
</file>